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dự án tái lập FANet, tìm ra 2 khiếm khuyết cấu trúc, và câu chuyện negative-result với ablation 2x2 feedback x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mục đích của buổi: chia sẻ cấu trúc paper, nhận feedback sớm, đánh giá khả thi.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abstract EN, tóm tắt VI, và 4 con số then chốt: FP -3.25pp, interaction +4.17pp, Dice không đổi, TD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cột: hiệu năng đo được; ảnh hưởng cho cộng đồng (protocol + cảnh báo); novelty trong suy nghĩ của mình.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cell: T00/T0N có sẵn từ Phase 4/5; TC/TD là Phase 6 — lấp nhánh no-FB×new-loss còn thiếu.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mạnh: giữ nguyên kiến trúc FANet; chỉ thay loss (asymmetric) và bật/tắt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hạn: 1 split nhỏ, chủ yếu 1 seed; power hạn chế — mọi claim dice &lt;0.1 không đủ power, FP là metric chính.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bảng: TD giảm FP mạnh nhất khi no-FB; TC (có feedback) không giảm FP dù Dice cao hơn.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quả chính: TD giảm FP có ý nghĩa p=.005 với 27/40 ảnh; Dice không đổi (Bayes ủng hộ null).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Hình qualitative hiện là mẫu ví dụ — cần thay bằng montage đủ các cell (T00/T0N/TC/TD) khi viết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Interaction +4.17pp là đóng góp trung tâm: feedback chặn hiệu ứng loss-side. Nhấn mạnh caveat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Khung negative-result: 5 hướng bị bác bỏ có kiểm soát; chỉ TD (asym × no-FB) pass. Hình: fmask chết +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phần 'tables &amp; figures planned' để advisor thấy cấu trúc paper; giá trị chưa chạy để trống.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Trả lời câu hỏi chính của advisor: CÓ khả thi, nhưng chọn đúng venue và cần multi-seed + chẩn đoán cơ chế.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câu hỏi để lấy feedback: power của interaction, ưu tiên GPU, class-frequency, cơ chế, 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FANet &amp; False-Positive Reduction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Mask-at-Input Feedback Blocks Loss-Side FP Suppression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290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2×2 ablation (feedback × loss) for polyp segmentation on Kvasir-SEG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0233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talk · Paper structure &amp; feasibility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1264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reproduction + systematic negative-result analysis  |  09/09/2026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Deck Outline — Theo format phản biện paper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Title — chủ đề &amp; góc nhìn paper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Abstract — tóm tắt nghiên cứu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Contributions — Performance · Impact · Novelty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Key gaps in related work + main idea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Methods (brief)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Evaluation setting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Performance evaluation (quantitative &amp; qualitative)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Ablation studies — 2×2 factorial + các hướng đã thử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Paper feasibility &amp; critical issues (đánh giá viết paper)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5715000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Mục 7 &amp; 8 tổng hợp BẢNG + HÌNH dự kiến đưa vào paper — vài ô còn trống (TBD) cho thí nghiệm chưa chạy.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ABSTRACT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Tóm tắt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788920"/>
          </a:xfrm>
          <a:prstGeom prst="roundRect">
            <a:avLst>
              <a:gd name="adj" fmla="val 2951"/>
            </a:avLst>
          </a:prstGeom>
          <a:solidFill>
            <a:srgbClr val="F2F6FA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6070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(IEEE TNNLS 2022) refines polyp segmentation by feeding the previous binary prediction back into the network. Reproducing FANet on the sessile Kvasir-SEG subset (196 images, 156/40) exposed two structural flaws: (1) the learned MixPool attention branch (fmask) is non-differentiable and never trains; (2) the binary, foreground-only feedback discards background/confidence and amplifies over-segmentation (FP/FN = 2.48; FP ~40 px from the boundary). We run a controlled 2×2 factorial — {feedback, no-feedback} × {original DiceBCE, asymmetric Tversky α=0.7/β=0.3} — tracking per-image FP/FPR, Precision, Recall. The asymmetric loss reduces FP by 3.25 pp (p = .005) with unchanged Dice, but ONLY when feedback is disabled; with feedback, FP does not improve. The feedback×loss interaction is +4.17 pp: the feedback loop blocks loss-side FP suppression. We frame this as a systematic negative-result ablation.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lập FANet trên Kvasir-SEG (sessile, 196 ảnh) phát hiện 2 khiếm khuyết cấu trúc: nhánh attention học (fmask) không khả vi nên không bao giờ được train; feedback nhị phân chỉ foreground làm mất thông tin nền/độ chắc chắn, khuếch đại over-segmentation (FP/FN = 2.48; FP cách biên ~40 px). Ablation 2×2 {feedback × no-feedback} × {DiceBCE gốc × asymmetric Tversky α=0.7/β=0.3}, theo dõi FP/FPR per-image: loss asymmetric giảm FP −3.25pp (p = .005) giữ nguyên Dice — NHƯNG chỉ khi không có feedback; giữ feedback thì FP không giảm. Interaction +4.17pp: vòng feedback chặn hiệu ứng giảm FP của loss.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6285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−3.25 pp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50932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(TD vs T0N)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.005 · 27/40 ảnh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44348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456285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+4.17 pp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66160" y="50932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feedback×loss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44348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56285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0.2806 → 0.3083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46520" y="50932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TD — không đổi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BF10 = 0.172 (null)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89720" y="443484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456285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 PASS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326880" y="50932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pre-registered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(asymmetric × no-FB)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CONTRIBUTIONS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góp — Performance · Impact · Novelty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84448" cy="4572000"/>
          </a:xfrm>
          <a:prstGeom prst="roundRect">
            <a:avLst>
              <a:gd name="adj" fmla="val 2296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584448" cy="566928"/>
          </a:xfrm>
          <a:prstGeom prst="roundRect">
            <a:avLst>
              <a:gd name="adj" fmla="val 14516"/>
            </a:avLst>
          </a:prstGeom>
          <a:solidFill>
            <a:srgbClr val="028090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32004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Tversky (α=0.7/β=0.3) giảm FP 6.53% → 3.28% khi KHÔNG feedback (−3.25pp, p=.005, 27/40 ảnh)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giữ nguyên (Δ +0.005; BF10=0.172 → ủng hộ null — không mất Dice)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pre-registered: TD (no-FB×asym) PASS; TC (FB×asym) FAIL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5968" y="1463040"/>
            <a:ext cx="3584448" cy="4572000"/>
          </a:xfrm>
          <a:prstGeom prst="roundRect">
            <a:avLst>
              <a:gd name="adj" fmla="val 2296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463040"/>
            <a:ext cx="3584448" cy="566928"/>
          </a:xfrm>
          <a:prstGeom prst="roundRect">
            <a:avLst>
              <a:gd name="adj" fmla="val 14516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481328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17136" y="2286000"/>
            <a:ext cx="32004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thực hành: thay loss phạt FP trong khi vẫn giữ mask feedback là vô ích / confounded (đúng lo ngại của reviewer)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factorial 2×2 + log binary val-metrics mỗi epoch làm protocol chuẩn cho ablation loss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reproducibility: nhánh fmask chết (0/160 gradient), soft-dice che giấu collapse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3296" y="1463040"/>
            <a:ext cx="3584448" cy="4572000"/>
          </a:xfrm>
          <a:prstGeom prst="roundRect">
            <a:avLst>
              <a:gd name="adj" fmla="val 2296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1463040"/>
            <a:ext cx="3584448" cy="566928"/>
          </a:xfrm>
          <a:prstGeom prst="roundRect">
            <a:avLst>
              <a:gd name="adj" fmla="val 14516"/>
            </a:avLst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83296" y="1481328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(in my mind)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84464" y="2286000"/>
            <a:ext cx="32004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2×2 sạch, định lượng interaction feedback×loss (+4.17pp FP) — chưa thấy trong related work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negative-result có kiểm soát: 5+ hướng cải tiến bị bác bỏ có số liệu + stopping rule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 thuyết cơ chế: feedback prune 'polyp cũ' mỗi epoch → loss-side không bao giờ thấy FP xa để phạt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RELATED WORK GAPS + MAIN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Khoảng trống liên quan &amp; Ý tưởng chính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gaps in 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14884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dùng mask nhị phân ở INPUT (prune/suppress vùng không mong muốn) — cộng đồng polyp đang rời bỏ kiểu này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'thành công' là feedback MỀM bên trong mạng (FEGNet JBHI'23; RefineU-Net PRL'20)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Loss-side FP penalty (wIoU+wBCE, Tversky, focal) phổ biến ở polyp (5/7 paper) — nhưng chưa ai ablates với feedback FANet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nghiên cứu nào TÁCH hiệu ứng loss vs feedback trên FP (confound mà reviewer chỉ ra)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2468880"/>
          </a:xfrm>
          <a:prstGeom prst="roundRect">
            <a:avLst>
              <a:gd name="adj" fmla="val 3333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627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idea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64808" y="214884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 2×2 {FB, no-FB} × {orig, asymmetric} để quy attribution: improvement đến từ loss hay feedback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Tversky α=0.7/β=0.3 — phạt FP ~2.3× — cho mục tiêu giảm FP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Precision / Recall / FPR per-image (FP là metric chính — variance nhỏ hơn Dice)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Pixel-weight theo class-frequency (ENet-bounded, tính từ TRAIN split) — hướng dự phòng từ advisor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4114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42062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2×2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4572000"/>
            <a:ext cx="2148840" cy="704088"/>
          </a:xfrm>
          <a:prstGeom prst="roundRect">
            <a:avLst>
              <a:gd name="adj" fmla="val 1298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572000"/>
            <a:ext cx="21488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× orig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32520" y="4572000"/>
            <a:ext cx="2148840" cy="704088"/>
          </a:xfrm>
          <a:prstGeom prst="roundRect">
            <a:avLst>
              <a:gd name="adj" fmla="val 1298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4572000"/>
            <a:ext cx="21488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no-FB × orig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92240" y="5367528"/>
            <a:ext cx="2148840" cy="704088"/>
          </a:xfrm>
          <a:prstGeom prst="roundRect">
            <a:avLst>
              <a:gd name="adj" fmla="val 12987"/>
            </a:avLst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5367528"/>
            <a:ext cx="21488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× asym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32520" y="5367528"/>
            <a:ext cx="2148840" cy="704088"/>
          </a:xfrm>
          <a:prstGeom prst="roundRect">
            <a:avLst>
              <a:gd name="adj" fmla="val 12987"/>
            </a:avLst>
          </a:prstGeom>
          <a:solidFill>
            <a:srgbClr val="1E8E5A"/>
          </a:solidFill>
          <a:ln/>
        </p:spPr>
      </p:sp>
      <p:sp>
        <p:nvSpPr>
          <p:cNvPr id="19" name="Text 17"/>
          <p:cNvSpPr/>
          <p:nvPr/>
        </p:nvSpPr>
        <p:spPr>
          <a:xfrm>
            <a:off x="8732520" y="5367528"/>
            <a:ext cx="21488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no-FB × asym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0" y="4270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0680" y="52303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METHODS (BRIEF)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pháp — FANet + asymmetric loss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1957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pic>
        <p:nvPicPr>
          <p:cNvPr id="5" name="Image 0" descr="D:/Giselle_/My Project/FANet/assets/fanet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54480"/>
            <a:ext cx="3986784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69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Hình: kiến trúc FANet (nguồn: assets/fanet_architecture.png)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0" y="1463040"/>
            <a:ext cx="6629400" cy="4572000"/>
          </a:xfrm>
          <a:prstGeom prst="roundRect">
            <a:avLst>
              <a:gd name="adj" fmla="val 1800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30368" y="1691640"/>
            <a:ext cx="6263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EVALUATION SETTING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 đánh giá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27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&amp; huấn luyện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14884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Kvasir-SEG — tập con sessile, 196 ảnh (156 train / 40 val), 256×256, 1 split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Adam lr 1e-4 · batch 2 · aug Rotate/HFlip/VFlip/CoarseDropout · ReduceLROnPlateau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Kaggle T4 · 200 epochs · seed 43 (nhánh asym); seed 42 cho T00 (Phase 4)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binary val-Dice/Precision/Recall/FPR mỗi epoch (bài học TB: soft-dice che giấu collapse)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627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thức đo &amp; thống kê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19088" y="214884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Dice · IoU · FP% · FN% · Precision · Recall · FPR (ngưỡng nhị phân 0.5, per-image)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Eval: test-time refinement 4 iterations (khởi tạo Otsu)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paired Wilcoxon · rank-biserial r · bootstrap 95% CI · Bayes BF10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pre-registered: FP &lt; base − 0.01 &amp; Dice ≥ base − 0.02 &amp; FN ≤ base + 0.02; diverge rule ep40 (binary)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n=40 → δ(Dice) ≈ 0.13; FP variance nhỏ hơn → FP là primary metric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PERFORMANCE EVALUATION — QUANTITATIVE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kết quả chính (eval, 40 ảnh val)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217920" cy="914400"/>
        </p:xfrm>
        <a:graphic>
          <a:graphicData uri="http://schemas.openxmlformats.org/drawingml/2006/table">
            <a:tbl>
              <a:tblPr/>
              <a:tblGrid>
                <a:gridCol w="621792"/>
                <a:gridCol w="457200"/>
                <a:gridCol w="530352"/>
                <a:gridCol w="749808"/>
                <a:gridCol w="749808"/>
                <a:gridCol w="749808"/>
                <a:gridCol w="749808"/>
                <a:gridCol w="804672"/>
                <a:gridCol w="80467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chứng: TRAIN (1 seed, 200ep). T00 seed 42 — baseline Phase 4; T0N/TC/TD seed 43.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19709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6.53 → 3.28%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47274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FP% (TD vs T0N)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−3.25pp · p=.005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566160" y="406908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419709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0.3083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703320" y="47274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TD — Dice không đổi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BF10 = 0.172 (null)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58000" y="1417320"/>
            <a:ext cx="4800600" cy="4480560"/>
          </a:xfrm>
          <a:prstGeom prst="roundRect">
            <a:avLst>
              <a:gd name="adj" fmla="val 1837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pic>
        <p:nvPicPr>
          <p:cNvPr id="13" name="Image 0" descr="D:/Giselle_/My Project/FANet/kaggle/figures/fig_p6_final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1508760"/>
            <a:ext cx="4581144" cy="4114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562356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final metrics per cell (nguồn: fig_p6_final_metrics.png)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PERFORMANCE EVALUATION — PAIRED STATS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Thống kê paired (per-image, vs matched baseline)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2179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713232"/>
                <a:gridCol w="457200"/>
                <a:gridCol w="1115568"/>
                <a:gridCol w="822960"/>
                <a:gridCol w="548640"/>
                <a:gridCol w="621792"/>
                <a:gridCol w="88696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vs 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ΔDice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CI95 (ΔDice)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ΔFP (pp)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(FP)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ΔFN (pp)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vs T00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[−0.034, +0.139]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vs T0N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[−0.073, +0.078]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8346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rank-biserial r: Dice — TC 0.426, TD 0.503. Bayes TD vs T0N: BF10(Dice) = 0.172 → ủng hộ null; P(ΔFP&lt;0) = 0.9988.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949440" y="1417320"/>
            <a:ext cx="4709160" cy="2514600"/>
          </a:xfrm>
          <a:prstGeom prst="roundRect">
            <a:avLst>
              <a:gd name="adj" fmla="val 3273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pic>
        <p:nvPicPr>
          <p:cNvPr id="7" name="Image 0" descr="D:/Giselle_/My Project/FANet/kaggle/figures/fig_p6_paired_fp_delta_T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508760"/>
            <a:ext cx="4489704" cy="2148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86600" y="365760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paired ΔFP: TD vs T0N (27/40 ảnh giảm FP)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949440" y="3977640"/>
            <a:ext cx="4709160" cy="2514600"/>
          </a:xfrm>
          <a:prstGeom prst="roundRect">
            <a:avLst>
              <a:gd name="adj" fmla="val 3273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pic>
        <p:nvPicPr>
          <p:cNvPr id="10" name="Image 1" descr="D:/Giselle_/My Project/FANet/kaggle/figures/fig_p6_paired_dice_delta_T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4069080"/>
            <a:ext cx="4489704" cy="21488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86600" y="621792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— paired ΔDice: TC vs T00 (n_pos 21/40)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PERFORMANCE EVALUATION — CURVES + QUALITATIVE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Đường cong train &amp; Kết quả định tính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3017520"/>
          </a:xfrm>
          <a:prstGeom prst="roundRect">
            <a:avLst>
              <a:gd name="adj" fmla="val 2727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pic>
        <p:nvPicPr>
          <p:cNvPr id="5" name="Image 0" descr="D:/Giselle_/My Project/FANet/kaggle/figures/fig_p6_train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10890504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114800"/>
            <a:ext cx="10835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— binary val-Dice / FPR per epoch (TC, TD) — không collapse, không diverge ep40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4526280"/>
            <a:ext cx="5943600" cy="2011680"/>
          </a:xfrm>
          <a:prstGeom prst="roundRect">
            <a:avLst>
              <a:gd name="adj" fmla="val 4091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pic>
        <p:nvPicPr>
          <p:cNvPr id="8" name="Image 1" descr="D:/Giselle_/My Project/FANet/kaggle/figures/fig_p6_paired_dice_delta_T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617720"/>
            <a:ext cx="5724144" cy="1645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626364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— phân phối ΔDice per-image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675120" y="4526280"/>
            <a:ext cx="2377440" cy="2011680"/>
          </a:xfrm>
          <a:prstGeom prst="roundRect">
            <a:avLst>
              <a:gd name="adj" fmla="val 4091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pic>
        <p:nvPicPr>
          <p:cNvPr id="11" name="Image 2" descr="D:/Giselle_/My Project/FANet/assets/qualitative_res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17720"/>
            <a:ext cx="2157984" cy="1645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12280" y="62636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— qualitative (mẫu ví dụ)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9235440" y="4526280"/>
            <a:ext cx="2423160" cy="2011680"/>
          </a:xfrm>
          <a:prstGeom prst="roundRect">
            <a:avLst>
              <a:gd name="adj" fmla="val 4091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418320" y="4617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học methodology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418320" y="49834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Soft-dice khi train (~0.19) CHE GIẤU collapse (TB Dice 0.0086). Mọi cell loss-side phải log binary val-Dice.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ABLATION STUDIES — 2×2 FACTORIAL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Factorial {feedback × loss} trên FP%</a:t>
            </a:r>
            <a:endParaRPr lang="en-US" sz="2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1887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 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 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ΔFP (loss)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4.62 (T00)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5.54 (TC)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no-FB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6.53 (T0N)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 (TD)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ΔFP (feedback)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+4.17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91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ΔFP(FB) = FP(FB) − FP(no-FB). Main effect loss: −1.17pp · Main effect feedback: +0.17pp · Interaction: +4.17pp.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60720" y="1417320"/>
            <a:ext cx="5897880" cy="2697480"/>
          </a:xfrm>
          <a:prstGeom prst="roundRect">
            <a:avLst>
              <a:gd name="adj" fmla="val 3051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pic>
        <p:nvPicPr>
          <p:cNvPr id="7" name="Image 0" descr="D:/Giselle_/My Project/FANet/kaggle/figures/fig_p6_factorial_eff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508760"/>
            <a:ext cx="5678424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97880" y="384048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— main effects + interaction (fig_p6_factorial_effects.png)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5760720" y="3977640"/>
            <a:ext cx="5897880" cy="1920240"/>
          </a:xfrm>
          <a:prstGeom prst="roundRect">
            <a:avLst>
              <a:gd name="adj" fmla="val 4286"/>
            </a:avLst>
          </a:prstGeom>
          <a:solidFill>
            <a:srgbClr val="F2F6FA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Diễn giải then chốt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0" y="44805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dương (+4.17pp) nghĩa là: asymmetric loss chỉ giảm FP khi feedback TẮT; khi feedback mask-at-input BẬT, lợi ích của loss bị triệt tiêu. Đây là phát hiện ablation 2×2 sạch — TRAIN, 1 seed (caveat seed 42/43 ở nhánh orig).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ABLATION STUDIES — ALL DIRECTIONS TRIED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các hướng đã thử (khung negative-result)</a:t>
            </a:r>
            <a:endParaRPr lang="en-US" sz="2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148840"/>
                <a:gridCol w="3291840"/>
                <a:gridCol w="173736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 chế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 chính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Confidence-gating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 vùng tự tin cao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giảm lỗi; binary tốt nhất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Bác bỏ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Dual-path (kênh nền)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thêm m_bg tường minh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+2.92pp (p=1e-7)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Bác bỏ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Hồi sinh attention (STE)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 qua ngưỡng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0.195 &lt; 0.281; BN shift nặng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Bác bỏ — đóng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WSDice (v1=0.3)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soft dice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5.19% — không giảm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Bác bỏ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far-weighted (γ=5)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nặng vùng nền xa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0.0086 — collapse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Bác bỏ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 × FB (TC)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Tversky α=0.7/β=0.3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+0.92pp — không giảm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 × no-FB (TD)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Tversky α=0.7/β=0.3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−3.25pp (p=.005)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pic>
        <p:nvPicPr>
          <p:cNvPr id="6" name="Image 0" descr="D:/Giselle_/My Project/FANet/kaggle/figures/fig_x4_fmask_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114800"/>
            <a:ext cx="5266944" cy="1965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60807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 — fmask không học (corr≈0) — nhánh attention chết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6263640" y="402336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pic>
        <p:nvPicPr>
          <p:cNvPr id="9" name="Image 1" descr="D:/Giselle_/My Project/FANet/kaggle/figures/fig3_uncertainty_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4114800"/>
            <a:ext cx="5175504" cy="1965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0" y="60807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 — lỗi theo confidence (feedback quá thô)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PLANNED STUDIES (VALUES TBD)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&amp; hình dự kiến bổ sung cho paper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dự kiến (giá trị để trống)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1488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· Gate 2 multi-seed — TD (seeds 44, 45): ΔFP / ΔDice vs T0N → củng cố claim FP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· Class-frequency weight (ENet-bounded, từ TRAIN split) — hướng dự phòng advisor #2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· Plan A — 2×2 sạch cùng seed 43 (retrain T00/T0N): interaction hết seed-confound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 · Full Kvasir-SEG (1000 ảnh) / CVC-ClinicDB: power &amp; generalizability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627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Hình dự kiến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4808" y="21488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10 · Mechanism diagnosis — FPR(feedback mask) vs FPR(prediction mask) qua epochs (0 GPU) — trả lời 'vì sao feedback chặn loss'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11 · Qualitative montage đủ 4 cell (T00/T0N/TC/TD), iteration 0–4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12 · Precision–Recall / FPR curves per cell (nếu cần cho venue)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13 · Oracle gap + hướng dư địa (FP/FN=2.48; FP cách biên 40.7px)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PAPER FEASIBILITY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Viết paper được không? — Đánh giá thẳng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22305B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Đủ điều kiện (mạnh)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14884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2×2 sạch + interaction định lượng (+4.17pp) — đóng góp mới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hướng bác bỏ có kiểm soát (số liệu + stopping rule) — khung negative-result chuẩn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reproducibility: fmask không khả vi; soft-dice che giấu collapse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định vị dư địa: FP/FN = 2.48; FP xa biên 40.7px; 84.6% gap ở vùng FP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22305B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cần bịt trước khi submit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64808" y="214884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seed, n=40, 1 split — mọi claim nhỏ &lt;0.1 Dice không đủ power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Seed-confound ở nhánh orig-loss (T00 seed 42 vs 43) → interaction nhiễu nhẹ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tuyệt đối thấp (0.28–0.33) — cần lý giải 'giới hạn dataset/model' (oracle ~0.33–0.37)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'vì sao feedback chặn loss' chưa được chẩn đoán (cần Fig. 10, 0 GPU)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khả thi như negative-result / reproducibility paper — ưu tiên venue workshop hoặc journal chấp nhận null-result; cần multi-seed + chẩn đoán cơ chế để vững.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WANTED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câu hỏi cần ý kiến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480560"/>
          </a:xfrm>
          <a:prstGeom prst="roundRect">
            <a:avLst>
              <a:gd name="adj" fmla="val 1837"/>
            </a:avLst>
          </a:prstGeom>
          <a:solidFill>
            <a:srgbClr val="F2F6FA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Interaction +4.17pp (1 seed) có đủ để claim 'feedback blocks loss-side FP suppression' trong paper không, hay cần multi-seed trước?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Nên đầu tư ~14 GPU-h cho Phương án A (2×2 sạch cùng seed 43) hay multi-seed TD (Gate 2) — cái nào đáng trước?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Hướng 'class-frequency pixel weight' (advisor #2) có nên chạy như cell bổ sung hay chỉ để làm ablation phụ?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Cơ chế 'feedback prune polyp cũ → loss không thấy FP xa' có đáng đầu tư chẩn đoán (0 GPU) làm contribution chính không?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Venue nào phù hợp: workshop reproducibility/negative-result, F1000Research, hay journal nào chấp nhận null-result?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172200"/>
            <a:ext cx="11064240" cy="457200"/>
          </a:xfrm>
          <a:prstGeom prst="roundRect">
            <a:avLst>
              <a:gd name="adj" fmla="val 18000"/>
            </a:avLst>
          </a:prstGeom>
          <a:solidFill>
            <a:srgbClr val="EDF3F7"/>
          </a:solidFill>
          <a:ln w="9525">
            <a:solidFill>
              <a:srgbClr val="D9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245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chia sẻ cấu trúc paper sớm, xác định critical issues, nhận feedback trước khi viết draft.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FANet · paper structure &amp; feasibility share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85855" y="6565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nghon4maeri/FANet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FANet: feedback vs loss disentanglement</dc:title>
  <dc:subject>Paper structure &amp; feasibility share</dc:subject>
  <dc:creator>FANet research repo</dc:creator>
  <cp:lastModifiedBy>FANet research repo</cp:lastModifiedBy>
  <cp:revision>1</cp:revision>
  <dcterms:created xsi:type="dcterms:W3CDTF">2026-09-10T07:21:41Z</dcterms:created>
  <dcterms:modified xsi:type="dcterms:W3CDTF">2026-09-10T07:21:41Z</dcterms:modified>
</cp:coreProperties>
</file>